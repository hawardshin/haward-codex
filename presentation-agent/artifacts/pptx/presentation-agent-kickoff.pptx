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0f73d924584976" /><Relationship Type="http://schemas.openxmlformats.org/officeDocument/2006/relationships/extended-properties" Target="/docProps/app.xml" Id="Rda2dcc32bd084989" /><Relationship Type="http://schemas.openxmlformats.org/officeDocument/2006/relationships/officeDocument" Target="/ppt/presentation.xml" Id="Ra552b1903fc74d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e4112adb6f419e"/>
  </p:sldMasterIdLst>
  <p:notesMasterIdLst>
    <p:notesMasterId xmlns:r="http://schemas.openxmlformats.org/officeDocument/2006/relationships" r:id="Re2c3ad4b34af4249"/>
  </p:notesMasterIdLst>
  <p:sldIdLst>
    <p:sldId xmlns:r="http://schemas.openxmlformats.org/officeDocument/2006/relationships" id="256" r:id="R85484f6696044b21"/>
    <p:sldId xmlns:r="http://schemas.openxmlformats.org/officeDocument/2006/relationships" id="257" r:id="Rb41e63ab03964b07"/>
    <p:sldId xmlns:r="http://schemas.openxmlformats.org/officeDocument/2006/relationships" id="258" r:id="R87da3da4f0504faf"/>
    <p:sldId xmlns:r="http://schemas.openxmlformats.org/officeDocument/2006/relationships" id="259" r:id="R7ec1b486f4b547d2"/>
    <p:sldId xmlns:r="http://schemas.openxmlformats.org/officeDocument/2006/relationships" id="260" r:id="R07e425b567624641"/>
    <p:sldId xmlns:r="http://schemas.openxmlformats.org/officeDocument/2006/relationships" id="261" r:id="R914f86d75ecc40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4112adb6f419e" /><Relationship Type="http://schemas.openxmlformats.org/officeDocument/2006/relationships/theme" Target="/ppt/theme/theme1.xml" Id="R72597e81a1c744cd" /><Relationship Type="http://schemas.openxmlformats.org/officeDocument/2006/relationships/notesMaster" Target="/ppt/notesMasters/notesMaster1.xml" Id="Re2c3ad4b34af4249" /><Relationship Type="http://schemas.openxmlformats.org/officeDocument/2006/relationships/presProps" Target="/ppt/presProps.xml" Id="Rfb61089a075f470c" /><Relationship Type="http://schemas.openxmlformats.org/officeDocument/2006/relationships/viewProps" Target="/ppt/viewProps.xml" Id="R6aab8fc9331443da" /><Relationship Type="http://schemas.openxmlformats.org/officeDocument/2006/relationships/tableStyles" Target="/ppt/tableStyles.xml" Id="R222d1275cf3342da" /><Relationship Type="http://schemas.openxmlformats.org/officeDocument/2006/relationships/slide" Target="/ppt/slides/slide1.xml" Id="R85484f6696044b21" /><Relationship Type="http://schemas.openxmlformats.org/officeDocument/2006/relationships/slide" Target="/ppt/slides/slide2.xml" Id="Rb41e63ab03964b07" /><Relationship Type="http://schemas.openxmlformats.org/officeDocument/2006/relationships/slide" Target="/ppt/slides/slide3.xml" Id="R87da3da4f0504faf" /><Relationship Type="http://schemas.openxmlformats.org/officeDocument/2006/relationships/slide" Target="/ppt/slides/slide4.xml" Id="R7ec1b486f4b547d2" /><Relationship Type="http://schemas.openxmlformats.org/officeDocument/2006/relationships/slide" Target="/ppt/slides/slide5.xml" Id="R07e425b567624641" /><Relationship Type="http://schemas.openxmlformats.org/officeDocument/2006/relationships/slide" Target="/ppt/slides/slide6.xml" Id="R914f86d75ecc40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86119aaf9ab4a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865c671baa4743" /><Relationship Type="http://schemas.openxmlformats.org/officeDocument/2006/relationships/notesMaster" Target="/ppt/notesMasters/notesMaster1.xml" Id="Re2c62754024d45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03f618297a4bf5" /><Relationship Type="http://schemas.openxmlformats.org/officeDocument/2006/relationships/notesMaster" Target="/ppt/notesMasters/notesMaster1.xml" Id="Rbfa9eb6e10de43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7b5528369743be" /><Relationship Type="http://schemas.openxmlformats.org/officeDocument/2006/relationships/notesMaster" Target="/ppt/notesMasters/notesMaster1.xml" Id="R62eda736512f4d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5ee60bb6b9433e" /><Relationship Type="http://schemas.openxmlformats.org/officeDocument/2006/relationships/notesMaster" Target="/ppt/notesMasters/notesMaster1.xml" Id="R4634b74a881040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89521b534246de" /><Relationship Type="http://schemas.openxmlformats.org/officeDocument/2006/relationships/notesMaster" Target="/ppt/notesMasters/notesMaster1.xml" Id="R5c0ad42c7ca347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c5e10cc3ad4c18" /><Relationship Type="http://schemas.openxmlformats.org/officeDocument/2006/relationships/notesMaster" Target="/ppt/notesMasters/notesMaster1.xml" Id="Rd66c61c8c8554f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9e080edfd48e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244d3152e5c4a79" /><Relationship Type="http://schemas.openxmlformats.org/officeDocument/2006/relationships/slideLayout" Target="/ppt/slideLayouts/slideLayout2.xml" Id="R6e946e2086f746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946e2086f746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c910e6fea746a0" /><Relationship Type="http://schemas.openxmlformats.org/officeDocument/2006/relationships/notesSlide" Target="/ppt/notesSlides/notesSlide1.xml" Id="Rb5a65898be8845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356d7fd1ae48ad" /><Relationship Type="http://schemas.openxmlformats.org/officeDocument/2006/relationships/notesSlide" Target="/ppt/notesSlides/notesSlide2.xml" Id="Rfa5ec64423ea41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9ff01ea18944b9" /><Relationship Type="http://schemas.openxmlformats.org/officeDocument/2006/relationships/notesSlide" Target="/ppt/notesSlides/notesSlide3.xml" Id="Rcc48892945a649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f4e1b347e94dc7" /><Relationship Type="http://schemas.openxmlformats.org/officeDocument/2006/relationships/notesSlide" Target="/ppt/notesSlides/notesSlide4.xml" Id="Re7e8a201d95e4f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a4b65fbf94418d" /><Relationship Type="http://schemas.openxmlformats.org/officeDocument/2006/relationships/notesSlide" Target="/ppt/notesSlides/notesSlide5.xml" Id="Rd22392fbc5a44c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2531607325452e" /><Relationship Type="http://schemas.openxmlformats.org/officeDocument/2006/relationships/notesSlide" Target="/ppt/notesSlides/notesSlide6.xml" Id="R0722bd4ab8a54d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589C82-11D3-4A16-AD95-7A24D265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FEC28-F459-4765-9C03-AF8049C2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F1DFA-5E8C-483C-A272-F6295CCC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Presentation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47692-37E6-4577-8454-9733C105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발표는 자료가 아니라 흐름이다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64A8A-6B7F-4714-9E0A-DC478452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05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2605A"/>
                </a:solidFill>
                <a:latin typeface="Aptos"/>
                <a:ea typeface="Aptos"/>
                <a:cs typeface="Aptos"/>
              </a:rPr>
              <a:t>레퍼런스, 근거, 스크립트, HTML 덱이 하나의 제작 루프로 이어져야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C21E7-2D13-41FC-A0D8-CDD83905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2001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69BDE-1A1B-47AF-8FD2-B52D2932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90750"/>
            <a:ext cx="2152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hook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1AC28-4034-4F9E-BC02-E4044E41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95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05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605A"/>
                </a:solidFill>
                <a:latin typeface="Aptos"/>
                <a:ea typeface="Aptos"/>
                <a:cs typeface="Aptos"/>
              </a:rPr>
              <a:t>Sources: theory-duarte-resources, theory-tedx-speaker-guide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F9790-8331-484B-9F18-140F56DF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286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36A73-257B-442D-9433-1E4941C6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605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2605A"/>
                </a:solidFill>
                <a:latin typeface="Aptos"/>
                <a:ea typeface="Aptos"/>
                <a:cs typeface="Aptos"/>
              </a:rPr>
              <a:t>Speaker notes: 오늘의 핵심은 예쁜 슬라이드를 바로 베끼는 것이 아니라, 좋은 레퍼런스를 구조화해서 발표 흐름으로 바꾸는 것입니다. / 이 HTML 덱은 그 첫 번째 작동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14277796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B3AD08-5A45-4B24-A377-F05F8B2F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D5B56-4FB1-4904-877A-D6333F79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70230-EBBA-4096-9F92-520C2A52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Reference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17EC4-A2C3-4010-8C17-A3EC05D4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533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먼저 많이 보고, 엄격하게 걸러낸다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51557-D790-4905-8072-AA7832C0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39622-A7DA-435F-9255-A1D0CB4B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HTML 프레임워크는 실제 산출 형식 후보로 본다.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5CFA9-2155-4EB4-BE1E-003905AD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9CD59-A9CA-4937-B1F3-4E3CE576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PPT 템플릿은 라이선스 확인 전까지 메타데이터로만 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107AE-D2D5-438A-A8C1-BC55F401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EC02F-E1C5-4C10-9C25-FD4C054E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디자인 갤러리는 시각 영감 신호로 쓰고, 사용 허가로 해석하지 않는다.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361CF-7BDB-4199-A549-E6829275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906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07731-15EA-42D4-8A8A-A5EA427C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690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62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217C4-5FBD-427E-ABFB-3E5DD9ED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05200"/>
            <a:ext cx="2724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260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2605A"/>
                </a:solidFill>
                <a:latin typeface="Aptos"/>
                <a:ea typeface="Aptos"/>
                <a:cs typeface="Aptos"/>
              </a:rPr>
              <a:t>현재 starter catalog에 들어간 출처 레코드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3B20A-04DB-40A1-91FA-7E5889C9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95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05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605A"/>
                </a:solidFill>
                <a:latin typeface="Aptos"/>
                <a:ea typeface="Aptos"/>
                <a:cs typeface="Aptos"/>
              </a:rPr>
              <a:t>Sources: framework-revealjs-official, framework-slidev-official, templates-pitch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CA150-D46A-42AC-88CE-D8E3B463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286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AF170-893E-466A-8E12-D12DC51F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605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2605A"/>
                </a:solidFill>
                <a:latin typeface="Aptos"/>
                <a:ea typeface="Aptos"/>
                <a:cs typeface="Aptos"/>
              </a:rPr>
              <a:t>Speaker notes: 이미 레퍼런스 카탈로그에는 62개 출처가 들어가 있습니다. / 하지만 원본 저장은 별도 문제입니다. 그래서 라이선스 게이트가 먼저입니다.</a:t>
            </a:r>
          </a:p>
        </p:txBody>
      </p:sp>
    </p:spTree>
    <p:extLst>
      <p:ext uri="{BB962C8B-B14F-4D97-AF65-F5344CB8AC3E}">
        <p14:creationId xmlns:p14="http://schemas.microsoft.com/office/powerpoint/2010/main" val="20957257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06FEF8-6D60-4119-B5B7-3760F35B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DDDBE-3E9A-4397-9DCB-596F52AC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130EE-4B1A-46DC-9BFC-413E47DE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Script Collaboration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D4517-505B-46B9-ACEB-69DD1966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533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스크립트가 슬라이드를 끌고 간다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40727-C29A-48F8-BA19-6FBECDF5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628F0-418E-4414-A96E-A3F4E1D9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스크립트 에이전트는 발표 목표와 청중을 먼저 정리한다.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63AF2-D094-4899-BFE2-6914698E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4D0A8-B18A-4BAC-918B-A2036D8E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각 슬라이드는 하나의 script beat를 가진다.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7C6B5-5CAF-4F86-A617-885DA2F3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0B2D2-DC0F-43BC-A733-8F479310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발표자 노트는 화면 문구보다 구체적인 말의 순서가 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71023-A8BF-422F-BBAF-46D32C02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3905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D9CC0-D358-4CE4-8E67-42397486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0C940-0503-4073-ABC6-7C62C354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002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4CF01-07E2-40CF-AAEA-26072F7D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526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목표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CE334-744B-403C-81E1-ED36CDE0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B2A0C-C89C-4F53-9D72-3DA2B2EC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479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9D53F-BD57-4941-AE66-C57C8CD7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03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흐름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24F94C-50F1-436C-A75F-0B273605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28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FF36EF-BD3C-4579-BC3F-969D64C1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956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BF183-10C0-45CD-8624-3135286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슬라이드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EABC7E-1E22-4E9B-B264-CC43EAB0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76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D1BCF5-7AD7-4DB0-8038-45515D18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433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4D7470-5923-43CA-9BA8-67B91A16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957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노트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F6DCAB-BB31-4C4A-918A-084306EE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7C5AF5-2773-481E-B645-F4B73125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91025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33B231-FC84-4C15-BEA7-42232387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434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검증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BC9A62-7C20-4846-9116-668B918F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95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05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605A"/>
                </a:solidFill>
                <a:latin typeface="Aptos"/>
                <a:ea typeface="Aptos"/>
                <a:cs typeface="Aptos"/>
              </a:rPr>
              <a:t>Sources: theory-duarte-resources, theory-tedx-speaker-guide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72A291-2908-48F6-ACBB-44B783F3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286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767E69-BFDA-46A2-85FD-9032E540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605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2605A"/>
                </a:solidFill>
                <a:latin typeface="Aptos"/>
                <a:ea typeface="Aptos"/>
                <a:cs typeface="Aptos"/>
              </a:rPr>
              <a:t>Speaker notes: 발표 자료가 흔히 실패하는 이유는 화면을 먼저 만들기 때문입니다. / 여기서는 script beat가 먼저 있고, 슬라이드는 그 beat를 보이게 만드는 역할을 합니다.</a:t>
            </a:r>
          </a:p>
        </p:txBody>
      </p:sp>
    </p:spTree>
    <p:extLst>
      <p:ext uri="{BB962C8B-B14F-4D97-AF65-F5344CB8AC3E}">
        <p14:creationId xmlns:p14="http://schemas.microsoft.com/office/powerpoint/2010/main" val="21191901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FD5E74-7050-47A8-8B4F-6955B0DB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6EEC8-4D34-4846-B2AB-33D5EF3D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94268-531D-4C88-B57D-D9033DDF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HTML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16047-3C9E-4CB8-B255-84C367BE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533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PPT처럼 보이되, 웹처럼 다룬다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6D6D2-7BC5-4925-A448-A15698DA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A16F4-D941-4457-9C76-B230DB13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16:9 슬라이드 프레임으로 발표 형식을 유지한다.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97240-23CD-4965-A567-1CA0DEEB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5BC03-EB72-4082-AE70-02D57CDA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키보드 이동, 진행률, 발표자 노트를 기본 제공한다.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74B14-CD12-4C15-AEAF-08F2A4F0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1CE56-7870-43A7-8F36-8F4659A6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인쇄 모드로 PDF나 발표 자료 검토 흐름에 연결할 수 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0054D-6514-44A3-A870-AC057EB0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0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B9E42-129E-45DC-A951-383D3147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19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Audience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41DB2-A7BC-438A-AE85-0B285FD6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431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05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605A"/>
                </a:solidFill>
                <a:latin typeface="Aptos"/>
                <a:ea typeface="Aptos"/>
                <a:cs typeface="Aptos"/>
              </a:rPr>
              <a:t>슬라이드만 본다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0E1C8-31FC-4541-88E9-8A08EDE7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00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35762-E450-411B-8670-524788D1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765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Presenter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7AC03-3398-420E-B049-A3255793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004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05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605A"/>
                </a:solidFill>
                <a:latin typeface="Aptos"/>
                <a:ea typeface="Aptos"/>
                <a:cs typeface="Aptos"/>
              </a:rPr>
              <a:t>노트와 beat를 함께 본다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D7858-BBC2-46D2-B73C-F2714D30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400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AD340-4221-458F-AFAB-04983D97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338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Reviewer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97842-9B6B-4A98-B07A-9743D91B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577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05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605A"/>
                </a:solidFill>
                <a:latin typeface="Aptos"/>
                <a:ea typeface="Aptos"/>
                <a:cs typeface="Aptos"/>
              </a:rPr>
              <a:t>출처와 검증 상태를 본다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8D4146-6163-421B-BABA-ABD50C47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95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05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605A"/>
                </a:solidFill>
                <a:latin typeface="Aptos"/>
                <a:ea typeface="Aptos"/>
                <a:cs typeface="Aptos"/>
              </a:rPr>
              <a:t>Sources: framework-revealjs-official, framework-marp-official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CD9CDE-2BA6-4971-BB34-5214898D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286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20686-DCEE-49B8-9E3D-0CD9E9F6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605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2605A"/>
                </a:solidFill>
                <a:latin typeface="Aptos"/>
                <a:ea typeface="Aptos"/>
                <a:cs typeface="Aptos"/>
              </a:rPr>
              <a:t>Speaker notes: PPT 형식은 유지하지만 파일 형식의 제약에 갇히지 않습니다. / HTML이면 검증, 검색, 버전 관리, 자동 생성이 쉬워집니다.</a:t>
            </a:r>
          </a:p>
        </p:txBody>
      </p:sp>
    </p:spTree>
    <p:extLst>
      <p:ext uri="{BB962C8B-B14F-4D97-AF65-F5344CB8AC3E}">
        <p14:creationId xmlns:p14="http://schemas.microsoft.com/office/powerpoint/2010/main" val="4239721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998E5E-91B9-4CB7-9282-6EB1FFCB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41C91-5642-46DB-92AC-C3E31C45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034CD-D768-49B0-850D-1CA62C99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License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2F2BC-D261-427D-885F-B29FDACB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533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예쁜 자료일수록 먼저 확인한다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5E563-D72B-4F73-A8E4-91B76D98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8F1A1-757A-46BB-920D-559AD879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원본 PPT와 에셋은 다운로드 가능 여부를 따로 판단한다.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6D4B4-E63B-4FD1-B920-5BCF3FC1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15EE8-AF4A-4000-8ED6-A08F66C2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출처가 불명확한 디자인은 영감으로만 사용한다.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E9622-CEDF-4C67-8252-2967E8E1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3343B-5D62-441E-A2DF-1D99DBB0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02124"/>
                </a:solidFill>
                <a:latin typeface="Aptos"/>
                <a:ea typeface="Aptos"/>
                <a:cs typeface="Aptos"/>
              </a:rPr>
              <a:t>사용 가능한 에셋은 카탈로그 ID와 함께 추적한다.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D8B6C-388E-49B5-BCBB-17779A8E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19250"/>
            <a:ext cx="36385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26545-ECB1-4220-A861-87543080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2914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metadata first, raw files only after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822A0-9248-477F-A9D7-1D41C67E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95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05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605A"/>
                </a:solidFill>
                <a:latin typeface="Aptos"/>
                <a:ea typeface="Aptos"/>
                <a:cs typeface="Aptos"/>
              </a:rPr>
              <a:t>Sources: assets-lucide, templates-pitch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ADC11-DFB0-43EC-859F-AC156167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286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risk_control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09F02-0B8E-4200-A343-43F35784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605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2605A"/>
                </a:solidFill>
                <a:latin typeface="Aptos"/>
                <a:ea typeface="Aptos"/>
                <a:cs typeface="Aptos"/>
              </a:rPr>
              <a:t>Speaker notes: 발표 디자인 레퍼런스 수집에서 가장 중요한 안전장치는 라이선스입니다. / 이 프로젝트는 레퍼런스를 많이 모으되, 무단 복제를 기본 동작으로 삼지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3389568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262AD4-45DF-4AB4-9BFC-92D53C9F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BFEE29-5A20-4C49-80C0-F31830A6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18935-90F6-4018-8BEB-52CFAF11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D7E80-CBB4-4713-A56A-97ED622D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23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02124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202124"/>
                </a:solidFill>
                <a:latin typeface="Aptos"/>
                <a:ea typeface="Aptos"/>
                <a:cs typeface="Aptos"/>
              </a:rPr>
              <a:t>다음은 실제 주제별 발표 제작이다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FA4D3-6186-4E8C-BCB9-4F3F41D8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05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2605A"/>
                </a:solidFill>
                <a:latin typeface="Aptos"/>
                <a:ea typeface="Aptos"/>
                <a:cs typeface="Aptos"/>
              </a:rPr>
              <a:t>주제, 청중, 시간, 분위기가 정해지면 스크립트 에이전트가 beat를 만들고 HTML 덱이 바로 생성된다.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ABE15-254D-46C6-8A24-D04DD956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2001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212BF-A663-4047-B64A-2156CD32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90750"/>
            <a:ext cx="2152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2410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2410C"/>
                </a:solidFill>
                <a:latin typeface="Aptos"/>
                <a:ea typeface="Aptos"/>
                <a:cs typeface="Aptos"/>
              </a:rPr>
              <a:t>call_to_action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FDAFA-CCDF-4B0A-9F59-F82804BF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895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05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605A"/>
                </a:solidFill>
                <a:latin typeface="Aptos"/>
                <a:ea typeface="Aptos"/>
                <a:cs typeface="Aptos"/>
              </a:rPr>
              <a:t>Sources: framework-slidev-official, framework-marp-official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D0CE0-D944-4D66-9B92-5CA25D5A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286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call_to_action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8AEDE-1B10-4407-889A-2333D35A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2605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2605A"/>
                </a:solidFill>
                <a:latin typeface="Aptos"/>
                <a:ea typeface="Aptos"/>
                <a:cs typeface="Aptos"/>
              </a:rPr>
              <a:t>Speaker notes: 이제 구조는 생겼습니다. / 다음 요청부터는 주제와 발표 상황을 받아 실제 발표 흐름과 HTML 덱을 생성할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3586702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2026-05-31T22:27:11.5770000Z</dcterms:created>
  <dcterms:modified xsi:type="dcterms:W3CDTF">2026-05-31T22:27:11.5770000Z</dcterms:modified>
</coreProperties>
</file>